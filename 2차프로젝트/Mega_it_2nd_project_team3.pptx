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Relationship Id="rId21" Type="http://schemas.openxmlformats.org/officeDocument/2006/relationships/image" Target="../media/image42.png"/><Relationship Id="rId22" Type="http://schemas.openxmlformats.org/officeDocument/2006/relationships/image" Target="../media/image43.png"/><Relationship Id="rId23" Type="http://schemas.openxmlformats.org/officeDocument/2006/relationships/image" Target="../media/image44.png"/><Relationship Id="rId24" Type="http://schemas.openxmlformats.org/officeDocument/2006/relationships/image" Target="../media/image45.png"/><Relationship Id="rId25" Type="http://schemas.openxmlformats.org/officeDocument/2006/relationships/image" Target="../media/image46.png"/><Relationship Id="rId26" Type="http://schemas.openxmlformats.org/officeDocument/2006/relationships/image" Target="../media/image47.png"/><Relationship Id="rId27" Type="http://schemas.openxmlformats.org/officeDocument/2006/relationships/image" Target="../media/image48.png"/><Relationship Id="rId28" Type="http://schemas.openxmlformats.org/officeDocument/2006/relationships/image" Target="../media/image49.png"/><Relationship Id="rId29" Type="http://schemas.openxmlformats.org/officeDocument/2006/relationships/image" Target="../media/image50.png"/><Relationship Id="rId30" Type="http://schemas.openxmlformats.org/officeDocument/2006/relationships/image" Target="../media/image51.png"/><Relationship Id="rId31" Type="http://schemas.openxmlformats.org/officeDocument/2006/relationships/image" Target="../media/image5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image" Target="../media/image73.png"/><Relationship Id="rId23" Type="http://schemas.openxmlformats.org/officeDocument/2006/relationships/image" Target="../media/image74.png"/><Relationship Id="rId24" Type="http://schemas.openxmlformats.org/officeDocument/2006/relationships/image" Target="../media/image75.png"/><Relationship Id="rId25" Type="http://schemas.openxmlformats.org/officeDocument/2006/relationships/image" Target="../media/image76.png"/><Relationship Id="rId26" Type="http://schemas.openxmlformats.org/officeDocument/2006/relationships/image" Target="../media/image77.png"/><Relationship Id="rId27" Type="http://schemas.openxmlformats.org/officeDocument/2006/relationships/image" Target="../media/image78.png"/><Relationship Id="rId28" Type="http://schemas.openxmlformats.org/officeDocument/2006/relationships/image" Target="../media/image7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png"/><Relationship Id="rId18" Type="http://schemas.openxmlformats.org/officeDocument/2006/relationships/image" Target="../media/image96.png"/><Relationship Id="rId19" Type="http://schemas.openxmlformats.org/officeDocument/2006/relationships/image" Target="../media/image97.png"/><Relationship Id="rId20" Type="http://schemas.openxmlformats.org/officeDocument/2006/relationships/image" Target="../media/image98.png"/><Relationship Id="rId21" Type="http://schemas.openxmlformats.org/officeDocument/2006/relationships/image" Target="../media/image99.png"/><Relationship Id="rId22" Type="http://schemas.openxmlformats.org/officeDocument/2006/relationships/image" Target="../media/image100.png"/><Relationship Id="rId23" Type="http://schemas.openxmlformats.org/officeDocument/2006/relationships/image" Target="../media/image101.png"/><Relationship Id="rId24" Type="http://schemas.openxmlformats.org/officeDocument/2006/relationships/image" Target="../media/image102.png"/><Relationship Id="rId25" Type="http://schemas.openxmlformats.org/officeDocument/2006/relationships/image" Target="../media/image103.png"/><Relationship Id="rId26" Type="http://schemas.openxmlformats.org/officeDocument/2006/relationships/image" Target="../media/image104.png"/><Relationship Id="rId27" Type="http://schemas.openxmlformats.org/officeDocument/2006/relationships/image" Target="../media/image105.png"/><Relationship Id="rId28" Type="http://schemas.openxmlformats.org/officeDocument/2006/relationships/image" Target="../media/image106.png"/><Relationship Id="rId29" Type="http://schemas.openxmlformats.org/officeDocument/2006/relationships/image" Target="../media/image107.png"/><Relationship Id="rId30" Type="http://schemas.openxmlformats.org/officeDocument/2006/relationships/image" Target="../media/image108.png"/><Relationship Id="rId31" Type="http://schemas.openxmlformats.org/officeDocument/2006/relationships/image" Target="../media/image109.png"/><Relationship Id="rId32" Type="http://schemas.openxmlformats.org/officeDocument/2006/relationships/image" Target="../media/image110.png"/><Relationship Id="rId33" Type="http://schemas.openxmlformats.org/officeDocument/2006/relationships/image" Target="../media/image111.png"/><Relationship Id="rId34" Type="http://schemas.openxmlformats.org/officeDocument/2006/relationships/image" Target="../media/image1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Relationship Id="rId14" Type="http://schemas.openxmlformats.org/officeDocument/2006/relationships/image" Target="../media/image14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Relationship Id="rId8" Type="http://schemas.openxmlformats.org/officeDocument/2006/relationships/image" Target="../media/image156.png"/><Relationship Id="rId9" Type="http://schemas.openxmlformats.org/officeDocument/2006/relationships/image" Target="../media/image157.png"/><Relationship Id="rId10" Type="http://schemas.openxmlformats.org/officeDocument/2006/relationships/image" Target="../media/image15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Relationship Id="rId10" Type="http://schemas.openxmlformats.org/officeDocument/2006/relationships/image" Target="../media/image167.png"/><Relationship Id="rId11" Type="http://schemas.openxmlformats.org/officeDocument/2006/relationships/image" Target="../media/image168.png"/><Relationship Id="rId12" Type="http://schemas.openxmlformats.org/officeDocument/2006/relationships/image" Target="../media/image169.png"/><Relationship Id="rId13" Type="http://schemas.openxmlformats.org/officeDocument/2006/relationships/image" Target="../media/image170.png"/><Relationship Id="rId14" Type="http://schemas.openxmlformats.org/officeDocument/2006/relationships/image" Target="../media/image171.png"/><Relationship Id="rId15" Type="http://schemas.openxmlformats.org/officeDocument/2006/relationships/image" Target="../media/image172.png"/><Relationship Id="rId16" Type="http://schemas.openxmlformats.org/officeDocument/2006/relationships/image" Target="../media/image173.png"/><Relationship Id="rId17" Type="http://schemas.openxmlformats.org/officeDocument/2006/relationships/image" Target="../media/image174.png"/><Relationship Id="rId18" Type="http://schemas.openxmlformats.org/officeDocument/2006/relationships/image" Target="../media/image175.png"/><Relationship Id="rId19" Type="http://schemas.openxmlformats.org/officeDocument/2006/relationships/image" Target="../media/image176.png"/><Relationship Id="rId20" Type="http://schemas.openxmlformats.org/officeDocument/2006/relationships/image" Target="../media/image177.png"/><Relationship Id="rId21" Type="http://schemas.openxmlformats.org/officeDocument/2006/relationships/image" Target="../media/image178.png"/><Relationship Id="rId22" Type="http://schemas.openxmlformats.org/officeDocument/2006/relationships/image" Target="../media/image179.png"/><Relationship Id="rId23" Type="http://schemas.openxmlformats.org/officeDocument/2006/relationships/image" Target="../media/image180.png"/><Relationship Id="rId24" Type="http://schemas.openxmlformats.org/officeDocument/2006/relationships/image" Target="../media/image181.png"/><Relationship Id="rId25" Type="http://schemas.openxmlformats.org/officeDocument/2006/relationships/image" Target="../media/image182.png"/><Relationship Id="rId26" Type="http://schemas.openxmlformats.org/officeDocument/2006/relationships/image" Target="../media/image183.png"/><Relationship Id="rId27" Type="http://schemas.openxmlformats.org/officeDocument/2006/relationships/image" Target="../media/image184.png"/><Relationship Id="rId28" Type="http://schemas.openxmlformats.org/officeDocument/2006/relationships/image" Target="../media/image185.png"/><Relationship Id="rId29" Type="http://schemas.openxmlformats.org/officeDocument/2006/relationships/image" Target="../media/image186.png"/><Relationship Id="rId30" Type="http://schemas.openxmlformats.org/officeDocument/2006/relationships/image" Target="../media/image18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Relationship Id="rId8" Type="http://schemas.openxmlformats.org/officeDocument/2006/relationships/image" Target="../media/image19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5.png"/><Relationship Id="rId3" Type="http://schemas.openxmlformats.org/officeDocument/2006/relationships/image" Target="../media/image196.png"/><Relationship Id="rId4" Type="http://schemas.openxmlformats.org/officeDocument/2006/relationships/image" Target="../media/image197.png"/><Relationship Id="rId5" Type="http://schemas.openxmlformats.org/officeDocument/2006/relationships/image" Target="../media/image198.png"/><Relationship Id="rId6" Type="http://schemas.openxmlformats.org/officeDocument/2006/relationships/image" Target="../media/image199.png"/><Relationship Id="rId7" Type="http://schemas.openxmlformats.org/officeDocument/2006/relationships/image" Target="../media/image200.png"/><Relationship Id="rId8" Type="http://schemas.openxmlformats.org/officeDocument/2006/relationships/image" Target="../media/image201.png"/><Relationship Id="rId9" Type="http://schemas.openxmlformats.org/officeDocument/2006/relationships/image" Target="../media/image20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3.png"/><Relationship Id="rId3" Type="http://schemas.openxmlformats.org/officeDocument/2006/relationships/image" Target="../media/image204.png"/><Relationship Id="rId4" Type="http://schemas.openxmlformats.org/officeDocument/2006/relationships/image" Target="../media/image205.png"/><Relationship Id="rId5" Type="http://schemas.openxmlformats.org/officeDocument/2006/relationships/image" Target="../media/image206.png"/><Relationship Id="rId6" Type="http://schemas.openxmlformats.org/officeDocument/2006/relationships/image" Target="../media/image207.png"/><Relationship Id="rId7" Type="http://schemas.openxmlformats.org/officeDocument/2006/relationships/image" Target="../media/image208.png"/><Relationship Id="rId8" Type="http://schemas.openxmlformats.org/officeDocument/2006/relationships/image" Target="../media/image209.png"/><Relationship Id="rId9" Type="http://schemas.openxmlformats.org/officeDocument/2006/relationships/image" Target="../media/image210.png"/><Relationship Id="rId10" Type="http://schemas.openxmlformats.org/officeDocument/2006/relationships/image" Target="../media/image211.png"/><Relationship Id="rId11" Type="http://schemas.openxmlformats.org/officeDocument/2006/relationships/image" Target="../media/image212.png"/><Relationship Id="rId12" Type="http://schemas.openxmlformats.org/officeDocument/2006/relationships/image" Target="../media/image21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3.png"/><Relationship Id="rId3" Type="http://schemas.openxmlformats.org/officeDocument/2006/relationships/image" Target="../media/image224.png"/><Relationship Id="rId4" Type="http://schemas.openxmlformats.org/officeDocument/2006/relationships/image" Target="../media/image225.png"/><Relationship Id="rId5" Type="http://schemas.openxmlformats.org/officeDocument/2006/relationships/image" Target="../media/image226.png"/><Relationship Id="rId6" Type="http://schemas.openxmlformats.org/officeDocument/2006/relationships/image" Target="../media/image227.png"/><Relationship Id="rId7" Type="http://schemas.openxmlformats.org/officeDocument/2006/relationships/image" Target="../media/image228.png"/><Relationship Id="rId8" Type="http://schemas.openxmlformats.org/officeDocument/2006/relationships/image" Target="../media/image229.png"/><Relationship Id="rId9" Type="http://schemas.openxmlformats.org/officeDocument/2006/relationships/image" Target="../media/image230.png"/><Relationship Id="rId10" Type="http://schemas.openxmlformats.org/officeDocument/2006/relationships/image" Target="../media/image23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Relationship Id="rId7" Type="http://schemas.openxmlformats.org/officeDocument/2006/relationships/image" Target="../media/image237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image" Target="../media/image240.png"/><Relationship Id="rId11" Type="http://schemas.openxmlformats.org/officeDocument/2006/relationships/image" Target="../media/image241.png"/><Relationship Id="rId12" Type="http://schemas.openxmlformats.org/officeDocument/2006/relationships/image" Target="../media/image24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Relationship Id="rId8" Type="http://schemas.openxmlformats.org/officeDocument/2006/relationships/image" Target="../media/image249.png"/><Relationship Id="rId9" Type="http://schemas.openxmlformats.org/officeDocument/2006/relationships/image" Target="../media/image25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53.png"/><Relationship Id="rId13" Type="http://schemas.openxmlformats.org/officeDocument/2006/relationships/image" Target="../media/image25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Relationship Id="rId9" Type="http://schemas.openxmlformats.org/officeDocument/2006/relationships/image" Target="../media/image262.png"/><Relationship Id="rId10" Type="http://schemas.openxmlformats.org/officeDocument/2006/relationships/image" Target="../media/image263.png"/><Relationship Id="rId11" Type="http://schemas.openxmlformats.org/officeDocument/2006/relationships/image" Target="../media/image264.png"/><Relationship Id="rId12" Type="http://schemas.openxmlformats.org/officeDocument/2006/relationships/image" Target="../media/image26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6.png"/><Relationship Id="rId3" Type="http://schemas.openxmlformats.org/officeDocument/2006/relationships/image" Target="../media/image267.png"/><Relationship Id="rId4" Type="http://schemas.openxmlformats.org/officeDocument/2006/relationships/image" Target="../media/image268.png"/><Relationship Id="rId5" Type="http://schemas.openxmlformats.org/officeDocument/2006/relationships/image" Target="../media/image269.png"/><Relationship Id="rId6" Type="http://schemas.openxmlformats.org/officeDocument/2006/relationships/image" Target="../media/image270.png"/><Relationship Id="rId7" Type="http://schemas.openxmlformats.org/officeDocument/2006/relationships/image" Target="../media/image271.png"/><Relationship Id="rId8" Type="http://schemas.openxmlformats.org/officeDocument/2006/relationships/image" Target="../media/image27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Relationship Id="rId4" Type="http://schemas.openxmlformats.org/officeDocument/2006/relationships/image" Target="../media/image275.png"/><Relationship Id="rId5" Type="http://schemas.openxmlformats.org/officeDocument/2006/relationships/image" Target="../media/image276.png"/><Relationship Id="rId6" Type="http://schemas.openxmlformats.org/officeDocument/2006/relationships/image" Target="../media/image277.png"/><Relationship Id="rId7" Type="http://schemas.openxmlformats.org/officeDocument/2006/relationships/image" Target="../media/image278.png"/><Relationship Id="rId8" Type="http://schemas.openxmlformats.org/officeDocument/2006/relationships/image" Target="../media/image279.png"/><Relationship Id="rId9" Type="http://schemas.openxmlformats.org/officeDocument/2006/relationships/image" Target="../media/image280.png"/><Relationship Id="rId10" Type="http://schemas.openxmlformats.org/officeDocument/2006/relationships/image" Target="../media/image28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88.png"/><Relationship Id="rId9" Type="http://schemas.openxmlformats.org/officeDocument/2006/relationships/image" Target="../media/image289.png"/><Relationship Id="rId10" Type="http://schemas.openxmlformats.org/officeDocument/2006/relationships/image" Target="../media/image290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1.png"/><Relationship Id="rId3" Type="http://schemas.openxmlformats.org/officeDocument/2006/relationships/image" Target="../media/image292.png"/><Relationship Id="rId4" Type="http://schemas.openxmlformats.org/officeDocument/2006/relationships/image" Target="../media/image293.png"/><Relationship Id="rId5" Type="http://schemas.openxmlformats.org/officeDocument/2006/relationships/image" Target="../media/image294.png"/><Relationship Id="rId6" Type="http://schemas.openxmlformats.org/officeDocument/2006/relationships/image" Target="../media/image295.png"/><Relationship Id="rId7" Type="http://schemas.openxmlformats.org/officeDocument/2006/relationships/image" Target="../media/image296.png"/><Relationship Id="rId8" Type="http://schemas.openxmlformats.org/officeDocument/2006/relationships/image" Target="../media/image297.png"/><Relationship Id="rId9" Type="http://schemas.openxmlformats.org/officeDocument/2006/relationships/image" Target="../media/image298.png"/><Relationship Id="rId10" Type="http://schemas.openxmlformats.org/officeDocument/2006/relationships/image" Target="../media/image299.png"/><Relationship Id="rId11" Type="http://schemas.openxmlformats.org/officeDocument/2006/relationships/image" Target="../media/image300.png"/><Relationship Id="rId12" Type="http://schemas.openxmlformats.org/officeDocument/2006/relationships/image" Target="../media/image30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2.png"/><Relationship Id="rId3" Type="http://schemas.openxmlformats.org/officeDocument/2006/relationships/image" Target="../media/image303.png"/><Relationship Id="rId4" Type="http://schemas.openxmlformats.org/officeDocument/2006/relationships/image" Target="../media/image304.png"/><Relationship Id="rId5" Type="http://schemas.openxmlformats.org/officeDocument/2006/relationships/image" Target="../media/image305.png"/><Relationship Id="rId6" Type="http://schemas.openxmlformats.org/officeDocument/2006/relationships/image" Target="../media/image306.png"/><Relationship Id="rId7" Type="http://schemas.openxmlformats.org/officeDocument/2006/relationships/image" Target="../media/image307.png"/><Relationship Id="rId8" Type="http://schemas.openxmlformats.org/officeDocument/2006/relationships/image" Target="../media/image308.png"/><Relationship Id="rId9" Type="http://schemas.openxmlformats.org/officeDocument/2006/relationships/image" Target="../media/image309.png"/><Relationship Id="rId10" Type="http://schemas.openxmlformats.org/officeDocument/2006/relationships/image" Target="../media/image310.png"/><Relationship Id="rId11" Type="http://schemas.openxmlformats.org/officeDocument/2006/relationships/image" Target="../media/image311.png"/><Relationship Id="rId12" Type="http://schemas.openxmlformats.org/officeDocument/2006/relationships/image" Target="../media/image312.png"/><Relationship Id="rId13" Type="http://schemas.openxmlformats.org/officeDocument/2006/relationships/image" Target="../media/image313.png"/><Relationship Id="rId14" Type="http://schemas.openxmlformats.org/officeDocument/2006/relationships/image" Target="../media/image314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317.png"/><Relationship Id="rId5" Type="http://schemas.openxmlformats.org/officeDocument/2006/relationships/image" Target="../media/image318.png"/><Relationship Id="rId6" Type="http://schemas.openxmlformats.org/officeDocument/2006/relationships/image" Target="../media/image319.png"/><Relationship Id="rId7" Type="http://schemas.openxmlformats.org/officeDocument/2006/relationships/image" Target="../media/image320.png"/><Relationship Id="rId8" Type="http://schemas.openxmlformats.org/officeDocument/2006/relationships/image" Target="../media/image321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2.png"/><Relationship Id="rId3" Type="http://schemas.openxmlformats.org/officeDocument/2006/relationships/image" Target="../media/image323.png"/><Relationship Id="rId4" Type="http://schemas.openxmlformats.org/officeDocument/2006/relationships/image" Target="../media/image324.png"/><Relationship Id="rId5" Type="http://schemas.openxmlformats.org/officeDocument/2006/relationships/image" Target="../media/image325.png"/><Relationship Id="rId6" Type="http://schemas.openxmlformats.org/officeDocument/2006/relationships/image" Target="../media/image326.png"/><Relationship Id="rId7" Type="http://schemas.openxmlformats.org/officeDocument/2006/relationships/image" Target="../media/image327.png"/><Relationship Id="rId8" Type="http://schemas.openxmlformats.org/officeDocument/2006/relationships/image" Target="../media/image328.png"/><Relationship Id="rId9" Type="http://schemas.openxmlformats.org/officeDocument/2006/relationships/image" Target="../media/image329.png"/><Relationship Id="rId10" Type="http://schemas.openxmlformats.org/officeDocument/2006/relationships/image" Target="../media/image330.png"/><Relationship Id="rId11" Type="http://schemas.openxmlformats.org/officeDocument/2006/relationships/image" Target="../media/image331.png"/><Relationship Id="rId12" Type="http://schemas.openxmlformats.org/officeDocument/2006/relationships/image" Target="../media/image332.png"/><Relationship Id="rId13" Type="http://schemas.openxmlformats.org/officeDocument/2006/relationships/image" Target="../media/image333.png"/><Relationship Id="rId14" Type="http://schemas.openxmlformats.org/officeDocument/2006/relationships/image" Target="../media/image334.png"/><Relationship Id="rId15" Type="http://schemas.openxmlformats.org/officeDocument/2006/relationships/image" Target="../media/image335.png"/><Relationship Id="rId16" Type="http://schemas.openxmlformats.org/officeDocument/2006/relationships/image" Target="../media/image336.png"/><Relationship Id="rId17" Type="http://schemas.openxmlformats.org/officeDocument/2006/relationships/image" Target="../media/image337.png"/><Relationship Id="rId18" Type="http://schemas.openxmlformats.org/officeDocument/2006/relationships/image" Target="../media/image338.png"/><Relationship Id="rId19" Type="http://schemas.openxmlformats.org/officeDocument/2006/relationships/image" Target="../media/image339.png"/><Relationship Id="rId20" Type="http://schemas.openxmlformats.org/officeDocument/2006/relationships/image" Target="../media/image340.png"/><Relationship Id="rId21" Type="http://schemas.openxmlformats.org/officeDocument/2006/relationships/image" Target="../media/image341.png"/><Relationship Id="rId22" Type="http://schemas.openxmlformats.org/officeDocument/2006/relationships/image" Target="../media/image342.png"/><Relationship Id="rId23" Type="http://schemas.openxmlformats.org/officeDocument/2006/relationships/image" Target="../media/image343.png"/><Relationship Id="rId24" Type="http://schemas.openxmlformats.org/officeDocument/2006/relationships/image" Target="../media/image344.png"/><Relationship Id="rId25" Type="http://schemas.openxmlformats.org/officeDocument/2006/relationships/image" Target="../media/image345.png"/><Relationship Id="rId26" Type="http://schemas.openxmlformats.org/officeDocument/2006/relationships/image" Target="../media/image346.png"/><Relationship Id="rId27" Type="http://schemas.openxmlformats.org/officeDocument/2006/relationships/image" Target="../media/image347.png"/><Relationship Id="rId28" Type="http://schemas.openxmlformats.org/officeDocument/2006/relationships/image" Target="../media/image348.png"/><Relationship Id="rId29" Type="http://schemas.openxmlformats.org/officeDocument/2006/relationships/image" Target="../media/image349.png"/><Relationship Id="rId30" Type="http://schemas.openxmlformats.org/officeDocument/2006/relationships/image" Target="../media/image350.png"/><Relationship Id="rId31" Type="http://schemas.openxmlformats.org/officeDocument/2006/relationships/image" Target="../media/image351.png"/><Relationship Id="rId32" Type="http://schemas.openxmlformats.org/officeDocument/2006/relationships/image" Target="../media/image352.png"/><Relationship Id="rId33" Type="http://schemas.openxmlformats.org/officeDocument/2006/relationships/image" Target="../media/image353.png"/><Relationship Id="rId34" Type="http://schemas.openxmlformats.org/officeDocument/2006/relationships/image" Target="../media/image354.png"/><Relationship Id="rId35" Type="http://schemas.openxmlformats.org/officeDocument/2006/relationships/image" Target="../media/image355.png"/><Relationship Id="rId36" Type="http://schemas.openxmlformats.org/officeDocument/2006/relationships/image" Target="../media/image356.png"/><Relationship Id="rId37" Type="http://schemas.openxmlformats.org/officeDocument/2006/relationships/image" Target="../media/image357.png"/><Relationship Id="rId38" Type="http://schemas.openxmlformats.org/officeDocument/2006/relationships/image" Target="../media/image358.png"/><Relationship Id="rId39" Type="http://schemas.openxmlformats.org/officeDocument/2006/relationships/image" Target="../media/image359.png"/><Relationship Id="rId40" Type="http://schemas.openxmlformats.org/officeDocument/2006/relationships/image" Target="../media/image360.png"/><Relationship Id="rId41" Type="http://schemas.openxmlformats.org/officeDocument/2006/relationships/image" Target="../media/image361.png"/><Relationship Id="rId42" Type="http://schemas.openxmlformats.org/officeDocument/2006/relationships/image" Target="../media/image362.png"/><Relationship Id="rId43" Type="http://schemas.openxmlformats.org/officeDocument/2006/relationships/image" Target="../media/image363.png"/><Relationship Id="rId44" Type="http://schemas.openxmlformats.org/officeDocument/2006/relationships/image" Target="../media/image364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Relationship Id="rId4" Type="http://schemas.openxmlformats.org/officeDocument/2006/relationships/image" Target="../media/image367.png"/><Relationship Id="rId5" Type="http://schemas.openxmlformats.org/officeDocument/2006/relationships/image" Target="../media/image368.png"/><Relationship Id="rId6" Type="http://schemas.openxmlformats.org/officeDocument/2006/relationships/image" Target="../media/image369.png"/><Relationship Id="rId7" Type="http://schemas.openxmlformats.org/officeDocument/2006/relationships/image" Target="../media/image370.png"/><Relationship Id="rId8" Type="http://schemas.openxmlformats.org/officeDocument/2006/relationships/image" Target="../media/image371.png"/><Relationship Id="rId9" Type="http://schemas.openxmlformats.org/officeDocument/2006/relationships/image" Target="../media/image372.png"/><Relationship Id="rId10" Type="http://schemas.openxmlformats.org/officeDocument/2006/relationships/image" Target="../media/image373.png"/><Relationship Id="rId11" Type="http://schemas.openxmlformats.org/officeDocument/2006/relationships/image" Target="../media/image374.png"/><Relationship Id="rId12" Type="http://schemas.openxmlformats.org/officeDocument/2006/relationships/image" Target="../media/image375.png"/><Relationship Id="rId13" Type="http://schemas.openxmlformats.org/officeDocument/2006/relationships/image" Target="../media/image376.png"/><Relationship Id="rId14" Type="http://schemas.openxmlformats.org/officeDocument/2006/relationships/image" Target="../media/image377.png"/><Relationship Id="rId15" Type="http://schemas.openxmlformats.org/officeDocument/2006/relationships/image" Target="../media/image378.png"/><Relationship Id="rId16" Type="http://schemas.openxmlformats.org/officeDocument/2006/relationships/image" Target="../media/image379.png"/><Relationship Id="rId17" Type="http://schemas.openxmlformats.org/officeDocument/2006/relationships/image" Target="../media/image380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1.png"/><Relationship Id="rId3" Type="http://schemas.openxmlformats.org/officeDocument/2006/relationships/image" Target="../media/image382.png"/><Relationship Id="rId4" Type="http://schemas.openxmlformats.org/officeDocument/2006/relationships/image" Target="../media/image383.png"/><Relationship Id="rId5" Type="http://schemas.openxmlformats.org/officeDocument/2006/relationships/image" Target="../media/image384.png"/><Relationship Id="rId6" Type="http://schemas.openxmlformats.org/officeDocument/2006/relationships/image" Target="../media/image385.png"/><Relationship Id="rId7" Type="http://schemas.openxmlformats.org/officeDocument/2006/relationships/image" Target="../media/image386.png"/><Relationship Id="rId8" Type="http://schemas.openxmlformats.org/officeDocument/2006/relationships/image" Target="../media/image387.png"/><Relationship Id="rId9" Type="http://schemas.openxmlformats.org/officeDocument/2006/relationships/image" Target="../media/image388.png"/><Relationship Id="rId10" Type="http://schemas.openxmlformats.org/officeDocument/2006/relationships/image" Target="../media/image389.png"/><Relationship Id="rId11" Type="http://schemas.openxmlformats.org/officeDocument/2006/relationships/image" Target="../media/image390.png"/><Relationship Id="rId12" Type="http://schemas.openxmlformats.org/officeDocument/2006/relationships/image" Target="../media/image391.png"/><Relationship Id="rId13" Type="http://schemas.openxmlformats.org/officeDocument/2006/relationships/image" Target="../media/image392.png"/><Relationship Id="rId14" Type="http://schemas.openxmlformats.org/officeDocument/2006/relationships/image" Target="../media/image393.png"/><Relationship Id="rId15" Type="http://schemas.openxmlformats.org/officeDocument/2006/relationships/image" Target="../media/image394.png"/><Relationship Id="rId16" Type="http://schemas.openxmlformats.org/officeDocument/2006/relationships/image" Target="../media/image395.png"/><Relationship Id="rId17" Type="http://schemas.openxmlformats.org/officeDocument/2006/relationships/image" Target="../media/image396.png"/><Relationship Id="rId18" Type="http://schemas.openxmlformats.org/officeDocument/2006/relationships/image" Target="../media/image397.png"/><Relationship Id="rId19" Type="http://schemas.openxmlformats.org/officeDocument/2006/relationships/image" Target="../media/image398.png"/><Relationship Id="rId20" Type="http://schemas.openxmlformats.org/officeDocument/2006/relationships/image" Target="../media/image399.png"/><Relationship Id="rId21" Type="http://schemas.openxmlformats.org/officeDocument/2006/relationships/image" Target="../media/image400.png"/><Relationship Id="rId22" Type="http://schemas.openxmlformats.org/officeDocument/2006/relationships/image" Target="../media/image401.png"/><Relationship Id="rId23" Type="http://schemas.openxmlformats.org/officeDocument/2006/relationships/image" Target="../media/image402.png"/><Relationship Id="rId24" Type="http://schemas.openxmlformats.org/officeDocument/2006/relationships/image" Target="../media/image403.png"/><Relationship Id="rId25" Type="http://schemas.openxmlformats.org/officeDocument/2006/relationships/image" Target="../media/image404.png"/><Relationship Id="rId26" Type="http://schemas.openxmlformats.org/officeDocument/2006/relationships/image" Target="../media/image405.png"/><Relationship Id="rId27" Type="http://schemas.openxmlformats.org/officeDocument/2006/relationships/image" Target="../media/image406.png"/><Relationship Id="rId28" Type="http://schemas.openxmlformats.org/officeDocument/2006/relationships/image" Target="../media/image407.png"/><Relationship Id="rId29" Type="http://schemas.openxmlformats.org/officeDocument/2006/relationships/image" Target="../media/image408.png"/><Relationship Id="rId30" Type="http://schemas.openxmlformats.org/officeDocument/2006/relationships/image" Target="../media/image40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0.png"/><Relationship Id="rId3" Type="http://schemas.openxmlformats.org/officeDocument/2006/relationships/image" Target="../media/image411.png"/><Relationship Id="rId4" Type="http://schemas.openxmlformats.org/officeDocument/2006/relationships/image" Target="../media/image412.png"/><Relationship Id="rId5" Type="http://schemas.openxmlformats.org/officeDocument/2006/relationships/image" Target="../media/image413.png"/><Relationship Id="rId6" Type="http://schemas.openxmlformats.org/officeDocument/2006/relationships/image" Target="../media/image414.png"/><Relationship Id="rId7" Type="http://schemas.openxmlformats.org/officeDocument/2006/relationships/image" Target="../media/image415.png"/><Relationship Id="rId8" Type="http://schemas.openxmlformats.org/officeDocument/2006/relationships/image" Target="../media/image416.png"/><Relationship Id="rId9" Type="http://schemas.openxmlformats.org/officeDocument/2006/relationships/image" Target="../media/image417.png"/><Relationship Id="rId10" Type="http://schemas.openxmlformats.org/officeDocument/2006/relationships/image" Target="../media/image418.png"/><Relationship Id="rId11" Type="http://schemas.openxmlformats.org/officeDocument/2006/relationships/image" Target="../media/image4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3BD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63954" y="1553283"/>
            <a:ext cx="7198196" cy="7198196"/>
            <a:chOff x="3563954" y="1553283"/>
            <a:chExt cx="7198196" cy="719819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3954" y="1553283"/>
              <a:ext cx="7198196" cy="7198196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55553" y="1939981"/>
            <a:ext cx="8846265" cy="619423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4479" y="7447853"/>
            <a:ext cx="12772626" cy="1649055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-3087821" y="4800205"/>
            <a:ext cx="7915765" cy="7812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46143" y="528571"/>
            <a:ext cx="2306778" cy="723810"/>
            <a:chOff x="746143" y="528571"/>
            <a:chExt cx="2306778" cy="72381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360002" y="213911"/>
              <a:ext cx="4613557" cy="1447619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143" y="528571"/>
              <a:ext cx="2306778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790476" cy="10285714"/>
            <a:chOff x="0" y="0"/>
            <a:chExt cx="1790476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90476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5764" y="3040373"/>
            <a:ext cx="5508117" cy="282899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9926" y="921069"/>
            <a:ext cx="1548743" cy="2198562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95840" y="6792450"/>
            <a:ext cx="2761810" cy="1859000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-3087816" y="4800200"/>
            <a:ext cx="7915756" cy="7812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657203" y="0"/>
            <a:ext cx="14291732" cy="10285714"/>
            <a:chOff x="5657203" y="0"/>
            <a:chExt cx="14291732" cy="10285714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7203" y="0"/>
              <a:ext cx="14291732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3BD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346297" y="5328713"/>
            <a:ext cx="5056033" cy="5056033"/>
            <a:chOff x="3346297" y="5328713"/>
            <a:chExt cx="5056033" cy="505603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3680000">
              <a:off x="3346297" y="5328713"/>
              <a:ext cx="5056033" cy="505603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44220" y="7533079"/>
            <a:ext cx="3983197" cy="3983197"/>
            <a:chOff x="4244220" y="7533079"/>
            <a:chExt cx="3983197" cy="398319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740000">
              <a:off x="4244220" y="7533079"/>
              <a:ext cx="3983197" cy="398319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066667" y="-340497"/>
            <a:ext cx="11638095" cy="11047619"/>
            <a:chOff x="7066667" y="-340497"/>
            <a:chExt cx="11638095" cy="1104761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6667" y="-340497"/>
              <a:ext cx="11638095" cy="11047619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804819" y="1700990"/>
            <a:ext cx="5275275" cy="305524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142857" y="4132774"/>
            <a:ext cx="7345287" cy="79280"/>
            <a:chOff x="9142857" y="4132774"/>
            <a:chExt cx="7345287" cy="7928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2857" y="4132774"/>
              <a:ext cx="7345287" cy="79280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774546" y="4633050"/>
            <a:ext cx="2921779" cy="3949027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013336" y="4499155"/>
            <a:ext cx="845188" cy="4165855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5400000">
            <a:off x="-3087821" y="4800205"/>
            <a:ext cx="7915765" cy="7812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900" y="820500"/>
            <a:ext cx="3623230" cy="152981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2560563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93907" y="678145"/>
            <a:ext cx="1908905" cy="1701857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0" y="4635257"/>
            <a:ext cx="18285714" cy="5650457"/>
            <a:chOff x="0" y="4635257"/>
            <a:chExt cx="18285714" cy="56504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4635257"/>
              <a:ext cx="18285714" cy="565045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303358" y="4498482"/>
            <a:ext cx="1060701" cy="273551"/>
            <a:chOff x="4303358" y="4498482"/>
            <a:chExt cx="1060701" cy="27355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3358" y="4498482"/>
              <a:ext cx="1060701" cy="273551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271587" y="6873955"/>
            <a:ext cx="5090429" cy="806962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723958" y="7390476"/>
            <a:ext cx="1904762" cy="123810"/>
            <a:chOff x="1723958" y="7390476"/>
            <a:chExt cx="1904762" cy="123810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3958" y="7390476"/>
              <a:ext cx="1904762" cy="12381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25303" y="2884221"/>
            <a:ext cx="3502072" cy="3502072"/>
            <a:chOff x="925303" y="2884221"/>
            <a:chExt cx="3502072" cy="3502072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925303" y="2884221"/>
              <a:ext cx="3502072" cy="3502072"/>
              <a:chOff x="925303" y="2884221"/>
              <a:chExt cx="3502072" cy="3502072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925303" y="2884221"/>
                <a:ext cx="3502072" cy="3502072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012286" y="2971204"/>
              <a:ext cx="3328106" cy="3328106"/>
              <a:chOff x="1012286" y="2971204"/>
              <a:chExt cx="3328106" cy="332810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012286" y="2971204"/>
                <a:ext cx="3328106" cy="3328106"/>
              </a:xfrm>
              <a:prstGeom prst="rect">
                <a:avLst/>
              </a:prstGeom>
            </p:spPr>
          </p:pic>
        </p:grpSp>
      </p:grpSp>
      <p:grpSp>
        <p:nvGrpSpPr>
          <p:cNvPr id="1008" name="그룹 1008"/>
          <p:cNvGrpSpPr/>
          <p:nvPr/>
        </p:nvGrpSpPr>
        <p:grpSpPr>
          <a:xfrm>
            <a:off x="8638182" y="4498482"/>
            <a:ext cx="1021246" cy="273551"/>
            <a:chOff x="8638182" y="4498482"/>
            <a:chExt cx="1021246" cy="273551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38182" y="4498482"/>
              <a:ext cx="1021246" cy="273551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289726" y="6866336"/>
            <a:ext cx="4926438" cy="806962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5606399" y="7390476"/>
            <a:ext cx="2761905" cy="123810"/>
            <a:chOff x="5606399" y="7390476"/>
            <a:chExt cx="2761905" cy="12381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06399" y="7390476"/>
              <a:ext cx="2761905" cy="12381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5236315" y="2884221"/>
            <a:ext cx="3502072" cy="3502072"/>
            <a:chOff x="5236315" y="2884221"/>
            <a:chExt cx="3502072" cy="3502072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5236315" y="2884221"/>
              <a:ext cx="3502072" cy="3502072"/>
              <a:chOff x="5236315" y="2884221"/>
              <a:chExt cx="3502072" cy="3502072"/>
            </a:xfrm>
          </p:grpSpPr>
          <p:pic>
            <p:nvPicPr>
              <p:cNvPr id="35" name="Object 34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236315" y="2884221"/>
                <a:ext cx="3502072" cy="3502072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5323298" y="2971204"/>
              <a:ext cx="3328106" cy="3328106"/>
              <a:chOff x="5323298" y="2971204"/>
              <a:chExt cx="3328106" cy="3328106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323298" y="2971204"/>
                <a:ext cx="3328106" cy="3328106"/>
              </a:xfrm>
              <a:prstGeom prst="rect">
                <a:avLst/>
              </a:prstGeom>
            </p:spPr>
          </p:pic>
        </p:grpSp>
      </p:grpSp>
      <p:grpSp>
        <p:nvGrpSpPr>
          <p:cNvPr id="1013" name="그룹 1013"/>
          <p:cNvGrpSpPr/>
          <p:nvPr/>
        </p:nvGrpSpPr>
        <p:grpSpPr>
          <a:xfrm>
            <a:off x="12940476" y="4498482"/>
            <a:ext cx="1041905" cy="273551"/>
            <a:chOff x="12940476" y="4498482"/>
            <a:chExt cx="1041905" cy="273551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940476" y="4498482"/>
              <a:ext cx="1041905" cy="273551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9398250" y="6866336"/>
            <a:ext cx="3845953" cy="806962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9774554" y="7390476"/>
            <a:ext cx="3047619" cy="123810"/>
            <a:chOff x="9774554" y="7390476"/>
            <a:chExt cx="3047619" cy="123810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74554" y="7390476"/>
              <a:ext cx="3047619" cy="123810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9547327" y="2884221"/>
            <a:ext cx="3502072" cy="3502072"/>
            <a:chOff x="9547327" y="2884221"/>
            <a:chExt cx="3502072" cy="3502072"/>
          </a:xfrm>
        </p:grpSpPr>
        <p:grpSp>
          <p:nvGrpSpPr>
            <p:cNvPr id="1016" name="그룹 1016"/>
            <p:cNvGrpSpPr/>
            <p:nvPr/>
          </p:nvGrpSpPr>
          <p:grpSpPr>
            <a:xfrm>
              <a:off x="9547327" y="2884221"/>
              <a:ext cx="3502072" cy="3502072"/>
              <a:chOff x="9547327" y="2884221"/>
              <a:chExt cx="3502072" cy="3502072"/>
            </a:xfrm>
          </p:grpSpPr>
          <p:pic>
            <p:nvPicPr>
              <p:cNvPr id="50" name="Object 49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9547327" y="2884221"/>
                <a:ext cx="3502072" cy="3502072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9634310" y="2971204"/>
              <a:ext cx="3328106" cy="3328106"/>
              <a:chOff x="9634310" y="2971204"/>
              <a:chExt cx="3328106" cy="3328106"/>
            </a:xfrm>
          </p:grpSpPr>
          <p:pic>
            <p:nvPicPr>
              <p:cNvPr id="53" name="Object 52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9634310" y="2971204"/>
                <a:ext cx="3328106" cy="3328106"/>
              </a:xfrm>
              <a:prstGeom prst="rect">
                <a:avLst/>
              </a:prstGeom>
            </p:spPr>
          </p:pic>
        </p:grpSp>
      </p:grpSp>
      <p:pic>
        <p:nvPicPr>
          <p:cNvPr id="56" name="Object 5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3257317" y="6866336"/>
            <a:ext cx="4298134" cy="806962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14523661" y="7390476"/>
            <a:ext cx="2190476" cy="123810"/>
            <a:chOff x="14523661" y="7390476"/>
            <a:chExt cx="2190476" cy="123810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523661" y="7390476"/>
              <a:ext cx="2190476" cy="123810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3867863" y="2884221"/>
            <a:ext cx="3502072" cy="3502072"/>
            <a:chOff x="13867863" y="2884221"/>
            <a:chExt cx="3502072" cy="3502072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13867863" y="2884221"/>
              <a:ext cx="3502072" cy="3502072"/>
              <a:chOff x="13867863" y="2884221"/>
              <a:chExt cx="3502072" cy="3502072"/>
            </a:xfrm>
          </p:grpSpPr>
          <p:pic>
            <p:nvPicPr>
              <p:cNvPr id="62" name="Object 61"/>
              <p:cNvPicPr>
                <a:picLocks noChangeAspect="1"/>
              </p:cNvPicPr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3867863" y="2884221"/>
                <a:ext cx="3502072" cy="3502072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13954846" y="2971204"/>
              <a:ext cx="3328106" cy="3328106"/>
              <a:chOff x="13954846" y="2971204"/>
              <a:chExt cx="3328106" cy="3328106"/>
            </a:xfrm>
          </p:grpSpPr>
          <p:pic>
            <p:nvPicPr>
              <p:cNvPr id="65" name="Object 64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13954846" y="2971204"/>
                <a:ext cx="3328106" cy="3328106"/>
              </a:xfrm>
              <a:prstGeom prst="rect">
                <a:avLst/>
              </a:prstGeom>
            </p:spPr>
          </p:pic>
        </p:grpSp>
      </p:grpSp>
      <p:pic>
        <p:nvPicPr>
          <p:cNvPr id="68" name="Object 67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20334" y="7924087"/>
            <a:ext cx="4359451" cy="1955613"/>
          </a:xfrm>
          <a:prstGeom prst="rect">
            <a:avLst/>
          </a:prstGeom>
        </p:spPr>
      </p:pic>
      <p:pic>
        <p:nvPicPr>
          <p:cNvPr id="69" name="Object 68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4914459" y="7779202"/>
            <a:ext cx="4164899" cy="2287318"/>
          </a:xfrm>
          <a:prstGeom prst="rect">
            <a:avLst/>
          </a:prstGeom>
        </p:spPr>
      </p:pic>
      <p:pic>
        <p:nvPicPr>
          <p:cNvPr id="70" name="Object 69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9311392" y="7775402"/>
            <a:ext cx="4069137" cy="1957270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13621821" y="7760525"/>
            <a:ext cx="4083032" cy="1957270"/>
          </a:xfrm>
          <a:prstGeom prst="rect">
            <a:avLst/>
          </a:prstGeom>
        </p:spPr>
      </p:pic>
      <p:pic>
        <p:nvPicPr>
          <p:cNvPr id="72" name="Object 71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22" name="그룹 102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6" y="815080"/>
            <a:ext cx="2989926" cy="154012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2659" y="1686888"/>
            <a:ext cx="2729650" cy="661888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7231" y="663907"/>
            <a:ext cx="1863220" cy="1729944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346879" y="3687837"/>
            <a:ext cx="13062660" cy="991738"/>
            <a:chOff x="4346879" y="3687837"/>
            <a:chExt cx="13062660" cy="9917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6879" y="3687837"/>
              <a:ext cx="13062660" cy="9917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16131" y="2685714"/>
            <a:ext cx="3693190" cy="6838095"/>
            <a:chOff x="816131" y="2685714"/>
            <a:chExt cx="3693190" cy="683809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901727" y="-673302"/>
              <a:ext cx="7386379" cy="13676190"/>
            </a:xfrm>
            <a:prstGeom prst="rect">
              <a:avLst/>
            </a:prstGeom>
          </p:spPr>
        </p:pic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131" y="2685714"/>
              <a:ext cx="3693190" cy="683809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0" y="5695238"/>
            <a:ext cx="18285714" cy="3331291"/>
            <a:chOff x="0" y="5695238"/>
            <a:chExt cx="18285714" cy="333129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5695238"/>
              <a:ext cx="18285714" cy="3331291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1133" y="6152523"/>
            <a:ext cx="4355994" cy="541689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140744" y="6292942"/>
            <a:ext cx="5439339" cy="1826577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338916" y="6152523"/>
            <a:ext cx="4345127" cy="541689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841427" y="6296122"/>
            <a:ext cx="4796539" cy="1820215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660125" y="6152523"/>
            <a:ext cx="4352822" cy="541689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490799" y="6292942"/>
            <a:ext cx="5458386" cy="1826577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982106" y="6152523"/>
            <a:ext cx="4357832" cy="541689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3583230" y="7554982"/>
            <a:ext cx="4111965" cy="1236642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367608" y="6292942"/>
            <a:ext cx="5911624" cy="1826577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348516" y="7554982"/>
            <a:ext cx="4051318" cy="1236642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646772" y="7568087"/>
            <a:ext cx="4067822" cy="890984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4924659" y="7568087"/>
            <a:ext cx="4126061" cy="1236642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7899475" y="3338840"/>
            <a:ext cx="6126534" cy="1708779"/>
            <a:chOff x="7899475" y="3338840"/>
            <a:chExt cx="6126534" cy="1708779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99475" y="3338840"/>
              <a:ext cx="6126534" cy="1708779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8293924" y="3235839"/>
            <a:ext cx="5824427" cy="1943960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8585345" y="4044916"/>
            <a:ext cx="4985830" cy="957297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7436426" y="3730179"/>
            <a:ext cx="926101" cy="926101"/>
            <a:chOff x="7436426" y="3730179"/>
            <a:chExt cx="926101" cy="926101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436426" y="3730179"/>
              <a:ext cx="926101" cy="92610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623814" y="3953368"/>
            <a:ext cx="532276" cy="498771"/>
            <a:chOff x="7623814" y="3953368"/>
            <a:chExt cx="532276" cy="498771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23814" y="3953368"/>
              <a:ext cx="532276" cy="498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828956"/>
            <a:ext cx="4543489" cy="151306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2659" y="1683364"/>
            <a:ext cx="6334211" cy="67775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7202" y="666969"/>
            <a:ext cx="1584668" cy="1729944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801399" y="2963888"/>
            <a:ext cx="5502784" cy="6559922"/>
            <a:chOff x="801399" y="2963888"/>
            <a:chExt cx="5502784" cy="6559922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399" y="2963888"/>
              <a:ext cx="5502784" cy="655992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030103" y="2963888"/>
            <a:ext cx="5465135" cy="6559922"/>
            <a:chOff x="12030103" y="2963888"/>
            <a:chExt cx="5465135" cy="6559922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30103" y="2963888"/>
              <a:ext cx="5465135" cy="655992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434575" y="2963888"/>
            <a:ext cx="5465135" cy="6559922"/>
            <a:chOff x="6434575" y="2963888"/>
            <a:chExt cx="5465135" cy="655992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4575" y="2963888"/>
              <a:ext cx="5465135" cy="655992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830894" y="5706835"/>
            <a:ext cx="1074028" cy="1074028"/>
            <a:chOff x="5830894" y="5706835"/>
            <a:chExt cx="1074028" cy="1074028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5830894" y="5706835"/>
              <a:ext cx="1074028" cy="1074028"/>
              <a:chOff x="5830894" y="5706835"/>
              <a:chExt cx="1074028" cy="1074028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830894" y="5706835"/>
                <a:ext cx="1074028" cy="1074028"/>
              </a:xfrm>
              <a:prstGeom prst="rect">
                <a:avLst/>
              </a:prstGeom>
            </p:spPr>
          </p:pic>
        </p:grpSp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01932" y="5444853"/>
              <a:ext cx="2066981" cy="174939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426982" y="5706835"/>
            <a:ext cx="1074028" cy="1074028"/>
            <a:chOff x="11426982" y="5706835"/>
            <a:chExt cx="1074028" cy="1074028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426982" y="5706835"/>
              <a:ext cx="1074028" cy="1074028"/>
              <a:chOff x="11426982" y="5706835"/>
              <a:chExt cx="1074028" cy="1074028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1426982" y="5706835"/>
                <a:ext cx="1074028" cy="1074028"/>
              </a:xfrm>
              <a:prstGeom prst="rect">
                <a:avLst/>
              </a:prstGeom>
            </p:spPr>
          </p:pic>
        </p:grpSp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98019" y="5444853"/>
              <a:ext cx="2066981" cy="174939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022904" y="3238095"/>
            <a:ext cx="3922071" cy="1377657"/>
            <a:chOff x="1022904" y="3238095"/>
            <a:chExt cx="3922071" cy="137765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-908157" y="2579241"/>
              <a:ext cx="7844141" cy="2755314"/>
            </a:xfrm>
            <a:prstGeom prst="rect">
              <a:avLst/>
            </a:prstGeom>
          </p:spPr>
        </p:pic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2904" y="3238095"/>
              <a:ext cx="3922071" cy="137765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030429" y="6590387"/>
            <a:ext cx="4800466" cy="1037604"/>
            <a:chOff x="1030429" y="6590387"/>
            <a:chExt cx="4800466" cy="1037604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-1347229" y="6094160"/>
              <a:ext cx="9600932" cy="2075208"/>
            </a:xfrm>
            <a:prstGeom prst="rect">
              <a:avLst/>
            </a:prstGeom>
          </p:spPr>
        </p:pic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0429" y="6590387"/>
              <a:ext cx="4800466" cy="103760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77431" y="4967453"/>
            <a:ext cx="4476045" cy="1333539"/>
            <a:chOff x="1577431" y="4967453"/>
            <a:chExt cx="4476045" cy="1333539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-631577" y="4329697"/>
              <a:ext cx="8952090" cy="2667078"/>
            </a:xfrm>
            <a:prstGeom prst="rect">
              <a:avLst/>
            </a:prstGeom>
          </p:spPr>
        </p:pic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77431" y="4967453"/>
              <a:ext cx="4476045" cy="1333539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577431" y="7969480"/>
            <a:ext cx="4456997" cy="1051641"/>
            <a:chOff x="1577431" y="7969480"/>
            <a:chExt cx="4456997" cy="105164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-628187" y="7466540"/>
              <a:ext cx="8913995" cy="2103281"/>
            </a:xfrm>
            <a:prstGeom prst="rect">
              <a:avLst/>
            </a:prstGeom>
          </p:spPr>
        </p:pic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77431" y="7969480"/>
              <a:ext cx="4456997" cy="105164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6948407" y="5652588"/>
            <a:ext cx="4388901" cy="994942"/>
            <a:chOff x="6948407" y="5652588"/>
            <a:chExt cx="4388901" cy="994942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75603" y="5176764"/>
              <a:ext cx="8777802" cy="1989883"/>
            </a:xfrm>
            <a:prstGeom prst="rect">
              <a:avLst/>
            </a:prstGeom>
          </p:spPr>
        </p:pic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48407" y="5652588"/>
              <a:ext cx="4388901" cy="99494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6770240" y="3183940"/>
            <a:ext cx="3832638" cy="2066618"/>
            <a:chOff x="6770240" y="3183940"/>
            <a:chExt cx="3832638" cy="2066618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98885" y="2195595"/>
              <a:ext cx="7665275" cy="4133237"/>
            </a:xfrm>
            <a:prstGeom prst="rect">
              <a:avLst/>
            </a:prstGeom>
          </p:spPr>
        </p:pic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70240" y="3183940"/>
              <a:ext cx="3832638" cy="2066618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7756128" y="6930519"/>
            <a:ext cx="3899425" cy="1008770"/>
            <a:chOff x="7756128" y="6930519"/>
            <a:chExt cx="3899425" cy="1008770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28363" y="6448082"/>
              <a:ext cx="7798851" cy="2017540"/>
            </a:xfrm>
            <a:prstGeom prst="rect">
              <a:avLst/>
            </a:prstGeom>
          </p:spPr>
        </p:pic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56128" y="6930519"/>
              <a:ext cx="3899425" cy="1008770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6655954" y="8186908"/>
            <a:ext cx="3714286" cy="1078371"/>
            <a:chOff x="6655954" y="8186908"/>
            <a:chExt cx="3714286" cy="1078371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22273" y="7671184"/>
              <a:ext cx="7428571" cy="2156743"/>
            </a:xfrm>
            <a:prstGeom prst="rect">
              <a:avLst/>
            </a:prstGeom>
          </p:spPr>
        </p:pic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55954" y="8186908"/>
              <a:ext cx="3714286" cy="107837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2244028" y="6590387"/>
            <a:ext cx="5037286" cy="1058858"/>
            <a:chOff x="12244028" y="6590387"/>
            <a:chExt cx="5037286" cy="1058858"/>
          </a:xfrm>
        </p:grpSpPr>
        <p:pic>
          <p:nvPicPr>
            <p:cNvPr id="66" name="Object 65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748423" y="6083995"/>
              <a:ext cx="10074571" cy="2117716"/>
            </a:xfrm>
            <a:prstGeom prst="rect">
              <a:avLst/>
            </a:prstGeom>
          </p:spPr>
        </p:pic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244028" y="6590387"/>
              <a:ext cx="5037286" cy="1058858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2438905" y="5142857"/>
            <a:ext cx="5056333" cy="808714"/>
            <a:chOff x="12438905" y="5142857"/>
            <a:chExt cx="5056333" cy="808714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928333" y="4756095"/>
              <a:ext cx="10112667" cy="1617428"/>
            </a:xfrm>
            <a:prstGeom prst="rect">
              <a:avLst/>
            </a:prstGeom>
          </p:spPr>
        </p:pic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438905" y="5142857"/>
              <a:ext cx="5056333" cy="8087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790476" cy="10285714"/>
            <a:chOff x="0" y="0"/>
            <a:chExt cx="1790476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90476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5764" y="3046859"/>
            <a:ext cx="6434935" cy="2820611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0402" y="932554"/>
            <a:ext cx="1563068" cy="2179963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95840" y="6792450"/>
            <a:ext cx="3117190" cy="1862219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-3087821" y="4800205"/>
            <a:ext cx="7915765" cy="7812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657203" y="0"/>
            <a:ext cx="17107217" cy="10285714"/>
            <a:chOff x="5657203" y="0"/>
            <a:chExt cx="17107217" cy="10285714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7203" y="0"/>
              <a:ext cx="17107217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5195394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2659" y="1683364"/>
            <a:ext cx="4591506" cy="67775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4802" y="678183"/>
            <a:ext cx="1917781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224060" y="2666667"/>
            <a:ext cx="11837594" cy="6857143"/>
            <a:chOff x="3224060" y="2666667"/>
            <a:chExt cx="11837594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24060" y="2666667"/>
              <a:ext cx="11837594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4088670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2310478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8126" y="678183"/>
            <a:ext cx="1872095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7122736" cy="6857143"/>
            <a:chOff x="800000" y="2666667"/>
            <a:chExt cx="7122736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2761368" y="-761905"/>
              <a:ext cx="14245473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7122736" cy="685714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981671" y="2666667"/>
            <a:ext cx="7504043" cy="6857143"/>
            <a:chOff x="9981671" y="2666667"/>
            <a:chExt cx="7504043" cy="6857143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9650" y="-761905"/>
              <a:ext cx="15008086" cy="13714286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81671" y="2666667"/>
              <a:ext cx="7504043" cy="6857143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992835" y="2105994"/>
            <a:ext cx="3532194" cy="2916023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5790245" y="2125530"/>
            <a:ext cx="3309299" cy="29160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4088670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4280658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8126" y="678183"/>
            <a:ext cx="1872095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787139" y="2666667"/>
            <a:ext cx="12711437" cy="6857143"/>
            <a:chOff x="2787139" y="2666667"/>
            <a:chExt cx="12711437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3531282" y="-724607"/>
              <a:ext cx="25422874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87139" y="2666667"/>
              <a:ext cx="12711437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4088670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5557630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8126" y="678183"/>
            <a:ext cx="1872095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241726" y="2666667"/>
            <a:ext cx="7802262" cy="6857143"/>
            <a:chOff x="5241726" y="2666667"/>
            <a:chExt cx="7802262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0595" y="-761905"/>
              <a:ext cx="15604525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41726" y="2666667"/>
              <a:ext cx="7802262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824985"/>
            <a:ext cx="2989642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2659" y="1683367"/>
            <a:ext cx="3144125" cy="67775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7383" y="678183"/>
            <a:ext cx="1864800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20935" y="3683947"/>
            <a:ext cx="16685714" cy="3170900"/>
            <a:chOff x="820935" y="3683947"/>
            <a:chExt cx="16685714" cy="317090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7504675" y="2115744"/>
              <a:ext cx="33371429" cy="6341800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0935" y="3683947"/>
              <a:ext cx="16685714" cy="317090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224092" y="4605095"/>
            <a:ext cx="695198" cy="633465"/>
            <a:chOff x="3224092" y="4605095"/>
            <a:chExt cx="695198" cy="63346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17840" y="4329710"/>
              <a:ext cx="1390397" cy="1266930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24092" y="4605095"/>
              <a:ext cx="695198" cy="633465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548912" y="6877065"/>
            <a:ext cx="4279865" cy="1790179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502921" y="7649330"/>
            <a:ext cx="2375889" cy="1163308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886090" y="5084177"/>
            <a:ext cx="1442608" cy="1254046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7003162" y="4574228"/>
            <a:ext cx="658700" cy="695198"/>
            <a:chOff x="7003162" y="4574228"/>
            <a:chExt cx="658700" cy="695198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10800000">
              <a:off x="6716806" y="4269624"/>
              <a:ext cx="1317401" cy="1390397"/>
            </a:xfrm>
            <a:prstGeom prst="rect">
              <a:avLst/>
            </a:prstGeom>
          </p:spPr>
        </p:pic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 rot="10800000">
              <a:off x="7003162" y="4574228"/>
              <a:ext cx="658700" cy="695198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646919" y="5084192"/>
            <a:ext cx="1499751" cy="1254046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0719388" y="4574228"/>
            <a:ext cx="695198" cy="695198"/>
            <a:chOff x="10719388" y="4574228"/>
            <a:chExt cx="695198" cy="695198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-5400000">
              <a:off x="10417166" y="4272006"/>
              <a:ext cx="1390397" cy="1390397"/>
            </a:xfrm>
            <a:prstGeom prst="rect">
              <a:avLst/>
            </a:prstGeom>
          </p:spPr>
        </p:pic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 rot="-5400000">
              <a:off x="10719388" y="4574228"/>
              <a:ext cx="695198" cy="695198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0381391" y="5084192"/>
            <a:ext cx="1499751" cy="1254046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4479783" y="4574228"/>
            <a:ext cx="695198" cy="695198"/>
            <a:chOff x="14479783" y="4574228"/>
            <a:chExt cx="695198" cy="695198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177561" y="4272006"/>
              <a:ext cx="1390397" cy="1390397"/>
            </a:xfrm>
            <a:prstGeom prst="rect">
              <a:avLst/>
            </a:prstGeom>
          </p:spPr>
        </p:pic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479783" y="4574228"/>
              <a:ext cx="695198" cy="695198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4141770" y="5084192"/>
            <a:ext cx="1499780" cy="1254046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5886446" y="6875065"/>
            <a:ext cx="3419570" cy="179017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6214911" y="7645092"/>
            <a:ext cx="2367851" cy="713051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9481903" y="6875065"/>
            <a:ext cx="3567912" cy="1790179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9813006" y="7645092"/>
            <a:ext cx="2484536" cy="1163308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13115246" y="6809274"/>
            <a:ext cx="3729931" cy="1858036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13764549" y="7645092"/>
            <a:ext cx="2360012" cy="11633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790476" cy="10285714"/>
            <a:chOff x="0" y="0"/>
            <a:chExt cx="1790476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90476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5764" y="3046859"/>
            <a:ext cx="7428630" cy="2820611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0402" y="932554"/>
            <a:ext cx="1543430" cy="2179963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95840" y="6259098"/>
            <a:ext cx="3754095" cy="2925705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-3088097" y="4806243"/>
            <a:ext cx="7916537" cy="76899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657203" y="0"/>
            <a:ext cx="13166202" cy="10285714"/>
            <a:chOff x="5657203" y="0"/>
            <a:chExt cx="13166202" cy="10285714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7203" y="0"/>
              <a:ext cx="13166202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6416347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3364"/>
            <a:ext cx="4556335" cy="67775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7117" y="678183"/>
            <a:ext cx="1925600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1884359" y="-761905"/>
            <a:ext cx="22054433" cy="137142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6416347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3144211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7117" y="678183"/>
            <a:ext cx="1925600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7786191" cy="6857143"/>
            <a:chOff x="800000" y="2666667"/>
            <a:chExt cx="7786191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3093095" y="-761905"/>
              <a:ext cx="15572382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7786191" cy="685714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894883" y="2666667"/>
            <a:ext cx="7590831" cy="3620855"/>
            <a:chOff x="9894883" y="2666667"/>
            <a:chExt cx="7590831" cy="362085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9468" y="856239"/>
              <a:ext cx="15181662" cy="7241711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94883" y="2666667"/>
              <a:ext cx="7590831" cy="36208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85"/>
            <a:ext cx="3500947" cy="15190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3364"/>
            <a:ext cx="6516306" cy="67775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0440" y="678183"/>
            <a:ext cx="1879914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10949530" cy="6857143"/>
            <a:chOff x="800000" y="2666667"/>
            <a:chExt cx="10949530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4674765" y="-761905"/>
              <a:ext cx="21899059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10949530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94"/>
            <a:ext cx="5639690" cy="151900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3108096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9945" y="678183"/>
            <a:ext cx="1871876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11873840" cy="6857143"/>
            <a:chOff x="800000" y="2666667"/>
            <a:chExt cx="11873840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5136920" y="-761905"/>
              <a:ext cx="23747681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11873840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24994"/>
            <a:ext cx="5639690" cy="151900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3108096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9945" y="678183"/>
            <a:ext cx="1871876" cy="168894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285714" y="2666667"/>
            <a:ext cx="13723810" cy="6857143"/>
            <a:chOff x="2285714" y="2666667"/>
            <a:chExt cx="13723810" cy="6857143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2285714" y="6095238"/>
              <a:ext cx="6857143" cy="3428571"/>
              <a:chOff x="2285714" y="6095238"/>
              <a:chExt cx="6857143" cy="3428571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285714" y="6095238"/>
                <a:ext cx="6857143" cy="3428571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2285714" y="2666667"/>
              <a:ext cx="6857143" cy="3428571"/>
              <a:chOff x="2285714" y="2666667"/>
              <a:chExt cx="6857143" cy="3428571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285714" y="2666667"/>
                <a:ext cx="6857143" cy="3428571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9142857" y="2666667"/>
              <a:ext cx="6857143" cy="3428571"/>
              <a:chOff x="9142857" y="2666667"/>
              <a:chExt cx="6857143" cy="3428571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9142857" y="2666667"/>
                <a:ext cx="6857143" cy="3428571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9142857" y="6095238"/>
              <a:ext cx="6857143" cy="3428571"/>
              <a:chOff x="9142857" y="6095238"/>
              <a:chExt cx="6857143" cy="3428571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9142857" y="6095238"/>
                <a:ext cx="6857143" cy="342857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787185"/>
            <a:ext cx="2877423" cy="146186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2894010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5917" y="676517"/>
            <a:ext cx="1873010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39072" y="4669580"/>
            <a:ext cx="5130812" cy="2851316"/>
            <a:chOff x="839072" y="4669580"/>
            <a:chExt cx="5130812" cy="285131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1726334" y="3243922"/>
              <a:ext cx="10261623" cy="5702632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9072" y="4669580"/>
              <a:ext cx="5130812" cy="285131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930812" y="2666667"/>
            <a:ext cx="11554903" cy="6857143"/>
            <a:chOff x="5930812" y="2666667"/>
            <a:chExt cx="11554903" cy="6857143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360" y="-761905"/>
              <a:ext cx="23109805" cy="13714286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0812" y="2666667"/>
              <a:ext cx="11554903" cy="6857143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76915" y="2729522"/>
            <a:ext cx="3627891" cy="17940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06223"/>
            <a:ext cx="5857623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3143477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4145" y="676517"/>
            <a:ext cx="1879753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807940" y="2647131"/>
            <a:ext cx="7677774" cy="4571429"/>
            <a:chOff x="9807940" y="2647131"/>
            <a:chExt cx="7677774" cy="457142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69053" y="361416"/>
              <a:ext cx="15355549" cy="9142857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07940" y="2647131"/>
              <a:ext cx="7677774" cy="45714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00000" y="2647131"/>
            <a:ext cx="8640586" cy="6095238"/>
            <a:chOff x="800000" y="2647131"/>
            <a:chExt cx="8640586" cy="609523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-3520293" y="-400488"/>
              <a:ext cx="17281173" cy="12190476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0000" y="2647131"/>
              <a:ext cx="8640586" cy="60952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790476" cy="10285714"/>
            <a:chOff x="0" y="0"/>
            <a:chExt cx="1790476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90476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34811" y="3063469"/>
            <a:ext cx="5469650" cy="279237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9926" y="921107"/>
            <a:ext cx="1502742" cy="220978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95840" y="6792450"/>
            <a:ext cx="3050953" cy="1859000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-3087821" y="4800205"/>
            <a:ext cx="7915765" cy="7812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666727" y="0"/>
            <a:ext cx="17448417" cy="10285714"/>
            <a:chOff x="5666727" y="0"/>
            <a:chExt cx="17448417" cy="10285714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6727" y="0"/>
              <a:ext cx="17448417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806223"/>
            <a:ext cx="4172594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3707906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6059" y="676517"/>
            <a:ext cx="1926762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15900621" cy="6857143"/>
            <a:chOff x="800000" y="2666667"/>
            <a:chExt cx="15900621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7150311" y="-761905"/>
              <a:ext cx="31801242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15900621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7423" y="806223"/>
            <a:ext cx="5416746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6774058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9421" y="676517"/>
            <a:ext cx="1880962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15900621" cy="6857143"/>
            <a:chOff x="800000" y="2666667"/>
            <a:chExt cx="15900621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7150311" y="-761905"/>
              <a:ext cx="31801242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15900621" cy="68571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7423" y="806223"/>
            <a:ext cx="5416746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6774058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9421" y="676517"/>
            <a:ext cx="1880962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7670966" cy="6095238"/>
            <a:chOff x="800000" y="2666667"/>
            <a:chExt cx="7670966" cy="609523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3035483" y="-380952"/>
              <a:ext cx="15341933" cy="1219047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7670966" cy="60952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056077" y="2666667"/>
            <a:ext cx="8429637" cy="6095238"/>
            <a:chOff x="9056077" y="2666667"/>
            <a:chExt cx="8429637" cy="609523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41258" y="-380952"/>
              <a:ext cx="16859275" cy="12190476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56077" y="2666667"/>
              <a:ext cx="8429637" cy="60952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815080"/>
            <a:ext cx="3008974" cy="154012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86888"/>
            <a:ext cx="2772010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8812" y="676517"/>
            <a:ext cx="1873267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000" y="2666667"/>
            <a:ext cx="11553816" cy="6857143"/>
            <a:chOff x="800000" y="2666667"/>
            <a:chExt cx="11553816" cy="685714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4976908" y="-761905"/>
              <a:ext cx="23107632" cy="1371428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00" y="2666667"/>
              <a:ext cx="11553816" cy="685714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758701" y="4226680"/>
            <a:ext cx="3860053" cy="1354405"/>
            <a:chOff x="1758701" y="4226680"/>
            <a:chExt cx="3860053" cy="135440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8701" y="4226680"/>
              <a:ext cx="3860053" cy="135440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569571" y="4494993"/>
            <a:ext cx="4896608" cy="3200491"/>
            <a:chOff x="12569571" y="4494993"/>
            <a:chExt cx="4896608" cy="320049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569571" y="4494993"/>
              <a:ext cx="4896608" cy="3200491"/>
              <a:chOff x="12569571" y="4494993"/>
              <a:chExt cx="4896608" cy="3200491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0121267" y="2894747"/>
                <a:ext cx="9793216" cy="6400982"/>
              </a:xfrm>
              <a:prstGeom prst="rect">
                <a:avLst/>
              </a:prstGeom>
            </p:spPr>
          </p:pic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2569571" y="4494993"/>
                <a:ext cx="4896608" cy="3200491"/>
              </a:xfrm>
              <a:prstGeom prst="rect">
                <a:avLst/>
              </a:prstGeom>
            </p:spPr>
          </p:pic>
        </p:grpSp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07979" y="4630496"/>
              <a:ext cx="6423899" cy="34765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790476" cy="10285714"/>
            <a:chOff x="0" y="0"/>
            <a:chExt cx="1790476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90476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06240" y="2989155"/>
            <a:ext cx="3489229" cy="267748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9926" y="921107"/>
            <a:ext cx="1502742" cy="220978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95840" y="6792450"/>
            <a:ext cx="2556676" cy="1862219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-3087821" y="4800205"/>
            <a:ext cx="7915765" cy="7812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666727" y="-209524"/>
            <a:ext cx="21409524" cy="10704762"/>
            <a:chOff x="5666727" y="-209524"/>
            <a:chExt cx="21409524" cy="10704762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6727" y="-209524"/>
              <a:ext cx="21409524" cy="1070476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806223"/>
            <a:ext cx="2989565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3615134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4898" y="676517"/>
            <a:ext cx="1937800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326226" y="7409912"/>
            <a:ext cx="5997584" cy="1320123"/>
            <a:chOff x="11326226" y="7409912"/>
            <a:chExt cx="5997584" cy="132012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5996" y="6966126"/>
              <a:ext cx="11995168" cy="2640247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26226" y="7409912"/>
              <a:ext cx="5997584" cy="132012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326226" y="3267203"/>
            <a:ext cx="5997584" cy="1320123"/>
            <a:chOff x="11326226" y="3267203"/>
            <a:chExt cx="5997584" cy="1320123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75996" y="2823418"/>
              <a:ext cx="11995168" cy="2640247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26226" y="3267203"/>
              <a:ext cx="5997584" cy="132012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61905" y="7409912"/>
            <a:ext cx="6028160" cy="1320123"/>
            <a:chOff x="961905" y="7409912"/>
            <a:chExt cx="6028160" cy="1320123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203613" y="6966126"/>
              <a:ext cx="12056319" cy="2640247"/>
            </a:xfrm>
            <a:prstGeom prst="rect">
              <a:avLst/>
            </a:prstGeom>
          </p:spPr>
        </p:pic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1905" y="7409912"/>
              <a:ext cx="6028160" cy="132012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61905" y="3267203"/>
            <a:ext cx="6028160" cy="1320123"/>
            <a:chOff x="961905" y="3267203"/>
            <a:chExt cx="6028160" cy="1320123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-2203613" y="2823418"/>
              <a:ext cx="12056319" cy="2640247"/>
            </a:xfrm>
            <a:prstGeom prst="rect">
              <a:avLst/>
            </a:prstGeom>
          </p:spPr>
        </p:pic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61905" y="3267203"/>
              <a:ext cx="6028160" cy="132012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5701516" y="2594397"/>
            <a:ext cx="6846539" cy="6846539"/>
            <a:chOff x="5701516" y="2594397"/>
            <a:chExt cx="6846539" cy="684653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01516" y="2594397"/>
              <a:ext cx="6846539" cy="684653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581726" y="3474607"/>
            <a:ext cx="5086119" cy="5086119"/>
            <a:chOff x="6581726" y="3474607"/>
            <a:chExt cx="5086119" cy="5086119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38666" y="1401036"/>
              <a:ext cx="10172238" cy="10172238"/>
            </a:xfrm>
            <a:prstGeom prst="rect">
              <a:avLst/>
            </a:prstGeom>
          </p:spPr>
        </p:pic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81726" y="3474607"/>
              <a:ext cx="5086119" cy="50861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7544710" y="4306418"/>
            <a:ext cx="3160150" cy="3160150"/>
            <a:chOff x="7544710" y="4306418"/>
            <a:chExt cx="3160150" cy="3160150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64635" y="2726343"/>
              <a:ext cx="6320300" cy="6320300"/>
            </a:xfrm>
            <a:prstGeom prst="rect">
              <a:avLst/>
            </a:prstGeom>
          </p:spPr>
        </p:pic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544710" y="4306418"/>
              <a:ext cx="3160150" cy="316015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295650" y="2934750"/>
            <a:ext cx="2057765" cy="2057765"/>
            <a:chOff x="11295650" y="2934750"/>
            <a:chExt cx="2057765" cy="2057765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266767" y="1905868"/>
              <a:ext cx="4115530" cy="4115530"/>
            </a:xfrm>
            <a:prstGeom prst="rect">
              <a:avLst/>
            </a:prstGeom>
          </p:spPr>
        </p:pic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295650" y="2934750"/>
              <a:ext cx="2057765" cy="2057765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4932299" y="2934750"/>
            <a:ext cx="2057765" cy="2057765"/>
            <a:chOff x="4932299" y="2934750"/>
            <a:chExt cx="2057765" cy="2057765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03417" y="1905868"/>
              <a:ext cx="4115530" cy="4115530"/>
            </a:xfrm>
            <a:prstGeom prst="rect">
              <a:avLst/>
            </a:prstGeom>
          </p:spPr>
        </p:pic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32299" y="2934750"/>
              <a:ext cx="2057765" cy="205776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1295650" y="7023245"/>
            <a:ext cx="2057765" cy="2057765"/>
            <a:chOff x="11295650" y="7023245"/>
            <a:chExt cx="2057765" cy="2057765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266767" y="5994363"/>
              <a:ext cx="4115530" cy="4115530"/>
            </a:xfrm>
            <a:prstGeom prst="rect">
              <a:avLst/>
            </a:prstGeom>
          </p:spPr>
        </p:pic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295650" y="7023245"/>
              <a:ext cx="2057765" cy="205776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4932299" y="7023245"/>
            <a:ext cx="2057765" cy="2057765"/>
            <a:chOff x="4932299" y="7023245"/>
            <a:chExt cx="2057765" cy="2057765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03417" y="5994363"/>
              <a:ext cx="4115530" cy="4115530"/>
            </a:xfrm>
            <a:prstGeom prst="rect">
              <a:avLst/>
            </a:prstGeom>
          </p:spPr>
        </p:pic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32299" y="7023245"/>
              <a:ext cx="2057765" cy="2057765"/>
            </a:xfrm>
            <a:prstGeom prst="rect">
              <a:avLst/>
            </a:prstGeom>
          </p:spPr>
        </p:pic>
      </p:grpSp>
      <p:pic>
        <p:nvPicPr>
          <p:cNvPr id="56" name="Object 55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7384532" y="5449618"/>
            <a:ext cx="3783547" cy="2290214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5498622" y="3462016"/>
            <a:ext cx="925120" cy="669845"/>
            <a:chOff x="5498622" y="3462016"/>
            <a:chExt cx="925120" cy="669845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498622" y="3462016"/>
              <a:ext cx="925120" cy="669845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5123421" y="4062688"/>
            <a:ext cx="1621926" cy="744678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4603049" y="8204935"/>
            <a:ext cx="2379650" cy="687536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5480552" y="7312117"/>
            <a:ext cx="961260" cy="959569"/>
            <a:chOff x="5480552" y="7312117"/>
            <a:chExt cx="961260" cy="959569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480552" y="7312117"/>
              <a:ext cx="961260" cy="95956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1928596" y="3447433"/>
            <a:ext cx="791873" cy="699010"/>
            <a:chOff x="11928596" y="3447433"/>
            <a:chExt cx="791873" cy="699010"/>
          </a:xfrm>
        </p:grpSpPr>
        <p:pic>
          <p:nvPicPr>
            <p:cNvPr id="66" name="Object 65"/>
            <p:cNvPicPr>
              <a:picLocks noChangeAspect="1"/>
            </p:cNvPicPr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928596" y="3447433"/>
              <a:ext cx="791873" cy="699010"/>
            </a:xfrm>
            <a:prstGeom prst="rect">
              <a:avLst/>
            </a:prstGeom>
          </p:spPr>
        </p:pic>
      </p:grpSp>
      <p:pic>
        <p:nvPicPr>
          <p:cNvPr id="68" name="Object 67"/>
          <p:cNvPicPr>
            <a:picLocks noChangeAspect="1"/>
          </p:cNvPicPr>
          <p:nvPr/>
        </p:nvPicPr>
        <p:blipFill>
          <a:blip r:embed="rId36" cstate="print"/>
          <a:stretch>
            <a:fillRect/>
          </a:stretch>
        </p:blipFill>
        <p:spPr>
          <a:xfrm>
            <a:off x="11181259" y="4053164"/>
            <a:ext cx="2138402" cy="706583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1870439" y="7354387"/>
            <a:ext cx="908187" cy="908253"/>
            <a:chOff x="11870439" y="7354387"/>
            <a:chExt cx="908187" cy="908253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 rot="840000">
              <a:off x="11870439" y="7354387"/>
              <a:ext cx="908187" cy="908253"/>
            </a:xfrm>
            <a:prstGeom prst="rect">
              <a:avLst/>
            </a:prstGeom>
          </p:spPr>
        </p:pic>
      </p:grpSp>
      <p:pic>
        <p:nvPicPr>
          <p:cNvPr id="72" name="Object 71"/>
          <p:cNvPicPr>
            <a:picLocks noChangeAspect="1"/>
          </p:cNvPicPr>
          <p:nvPr/>
        </p:nvPicPr>
        <p:blipFill>
          <a:blip r:embed="rId38" cstate="print"/>
          <a:stretch>
            <a:fillRect/>
          </a:stretch>
        </p:blipFill>
        <p:spPr>
          <a:xfrm>
            <a:off x="10819802" y="8214459"/>
            <a:ext cx="2591211" cy="668488"/>
          </a:xfrm>
          <a:prstGeom prst="rect">
            <a:avLst/>
          </a:prstGeom>
        </p:spPr>
      </p:pic>
      <p:pic>
        <p:nvPicPr>
          <p:cNvPr id="73" name="Object 72"/>
          <p:cNvPicPr>
            <a:picLocks noChangeAspect="1"/>
          </p:cNvPicPr>
          <p:nvPr/>
        </p:nvPicPr>
        <p:blipFill>
          <a:blip r:embed="rId39" cstate="print"/>
          <a:stretch>
            <a:fillRect/>
          </a:stretch>
        </p:blipFill>
        <p:spPr>
          <a:xfrm>
            <a:off x="331403" y="3329663"/>
            <a:ext cx="4741142" cy="1401656"/>
          </a:xfrm>
          <a:prstGeom prst="rect">
            <a:avLst/>
          </a:prstGeom>
        </p:spPr>
      </p:pic>
      <p:pic>
        <p:nvPicPr>
          <p:cNvPr id="74" name="Object 73"/>
          <p:cNvPicPr>
            <a:picLocks noChangeAspect="1"/>
          </p:cNvPicPr>
          <p:nvPr/>
        </p:nvPicPr>
        <p:blipFill>
          <a:blip r:embed="rId40" cstate="print"/>
          <a:stretch>
            <a:fillRect/>
          </a:stretch>
        </p:blipFill>
        <p:spPr>
          <a:xfrm>
            <a:off x="130571" y="7435294"/>
            <a:ext cx="5051060" cy="1498794"/>
          </a:xfrm>
          <a:prstGeom prst="rect">
            <a:avLst/>
          </a:prstGeom>
        </p:spPr>
      </p:pic>
      <p:pic>
        <p:nvPicPr>
          <p:cNvPr id="75" name="Object 74"/>
          <p:cNvPicPr>
            <a:picLocks noChangeAspect="1"/>
          </p:cNvPicPr>
          <p:nvPr/>
        </p:nvPicPr>
        <p:blipFill>
          <a:blip r:embed="rId41" cstate="print"/>
          <a:stretch>
            <a:fillRect/>
          </a:stretch>
        </p:blipFill>
        <p:spPr>
          <a:xfrm>
            <a:off x="12461488" y="3333736"/>
            <a:ext cx="4939170" cy="1401656"/>
          </a:xfrm>
          <a:prstGeom prst="rect">
            <a:avLst/>
          </a:prstGeom>
        </p:spPr>
      </p:pic>
      <p:pic>
        <p:nvPicPr>
          <p:cNvPr id="76" name="Object 75"/>
          <p:cNvPicPr>
            <a:picLocks noChangeAspect="1"/>
          </p:cNvPicPr>
          <p:nvPr/>
        </p:nvPicPr>
        <p:blipFill>
          <a:blip r:embed="rId42" cstate="print"/>
          <a:stretch>
            <a:fillRect/>
          </a:stretch>
        </p:blipFill>
        <p:spPr>
          <a:xfrm>
            <a:off x="11928203" y="7476431"/>
            <a:ext cx="5775075" cy="1401656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7838095" y="5202722"/>
            <a:ext cx="2476190" cy="561340"/>
            <a:chOff x="7838095" y="5202722"/>
            <a:chExt cx="2476190" cy="561340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12213" y="4934265"/>
              <a:ext cx="4952381" cy="1122680"/>
            </a:xfrm>
            <a:prstGeom prst="rect">
              <a:avLst/>
            </a:prstGeom>
          </p:spPr>
        </p:pic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838095" y="5202722"/>
              <a:ext cx="2476190" cy="5613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8375" y="806223"/>
            <a:ext cx="3027661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2183" y="1676097"/>
            <a:ext cx="3124506" cy="68502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8059" y="676517"/>
            <a:ext cx="1892600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295238" y="5238095"/>
            <a:ext cx="12190476" cy="1954100"/>
            <a:chOff x="5295238" y="5238095"/>
            <a:chExt cx="12190476" cy="195410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800000" y="4261045"/>
              <a:ext cx="24380952" cy="3908199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5238" y="5238095"/>
              <a:ext cx="12190476" cy="195410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00000" y="3192381"/>
            <a:ext cx="12190476" cy="1950476"/>
            <a:chOff x="800000" y="3192381"/>
            <a:chExt cx="12190476" cy="195047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-5295238" y="2217143"/>
              <a:ext cx="24380952" cy="3900952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0000" y="3192381"/>
              <a:ext cx="12190476" cy="195047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3047619" y="7287433"/>
            <a:ext cx="12190476" cy="1950476"/>
            <a:chOff x="3047619" y="7287433"/>
            <a:chExt cx="12190476" cy="1950476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3047619" y="6312195"/>
              <a:ext cx="24380952" cy="3900952"/>
            </a:xfrm>
            <a:prstGeom prst="rect">
              <a:avLst/>
            </a:prstGeom>
          </p:spPr>
        </p:pic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47619" y="7287433"/>
              <a:ext cx="12190476" cy="1950476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960366" y="4363800"/>
            <a:ext cx="4960148" cy="1794034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37200" y="6393605"/>
            <a:ext cx="4514672" cy="1794034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817272" y="6959563"/>
            <a:ext cx="3645339" cy="179403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7899" y="806223"/>
            <a:ext cx="4143965" cy="15493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1399" y="761905"/>
            <a:ext cx="1296158" cy="1285714"/>
            <a:chOff x="801399" y="761905"/>
            <a:chExt cx="1296158" cy="1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99" y="761905"/>
              <a:ext cx="1296158" cy="128571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2659" y="1686888"/>
            <a:ext cx="4610525" cy="66188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7450" y="676517"/>
            <a:ext cx="1884905" cy="170477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65554" y="477868"/>
            <a:ext cx="6850547" cy="48129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62625" y="370728"/>
            <a:ext cx="10033841" cy="96341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64841" y="528571"/>
            <a:ext cx="2075940" cy="723810"/>
            <a:chOff x="15564841" y="528571"/>
            <a:chExt cx="2075940" cy="7238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64841" y="528571"/>
              <a:ext cx="2075940" cy="7238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02253" y="3466359"/>
            <a:ext cx="4926272" cy="6057451"/>
            <a:chOff x="1102253" y="3466359"/>
            <a:chExt cx="4926272" cy="6057451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2253" y="3466359"/>
              <a:ext cx="4926272" cy="6057451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339679" y="3608050"/>
            <a:ext cx="7137446" cy="2253980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813193" y="5531524"/>
            <a:ext cx="368922" cy="363052"/>
            <a:chOff x="1813193" y="5531524"/>
            <a:chExt cx="368922" cy="36305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3193" y="5531524"/>
              <a:ext cx="368922" cy="363052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268488" y="5401456"/>
            <a:ext cx="3567099" cy="1956042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813193" y="6117284"/>
            <a:ext cx="368922" cy="363052"/>
            <a:chOff x="1813193" y="6117284"/>
            <a:chExt cx="368922" cy="36305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13193" y="6117284"/>
              <a:ext cx="368922" cy="36305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13193" y="6703043"/>
            <a:ext cx="368922" cy="363052"/>
            <a:chOff x="1813193" y="6703043"/>
            <a:chExt cx="368922" cy="363052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13193" y="6703043"/>
              <a:ext cx="368922" cy="363052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559142" y="4712375"/>
            <a:ext cx="4012493" cy="235412"/>
            <a:chOff x="1559142" y="4712375"/>
            <a:chExt cx="4012493" cy="235412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59142" y="4712375"/>
              <a:ext cx="4012493" cy="23541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679721" y="3466359"/>
            <a:ext cx="4926272" cy="6057451"/>
            <a:chOff x="6679721" y="3466359"/>
            <a:chExt cx="4926272" cy="6057451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79721" y="3466359"/>
              <a:ext cx="4926272" cy="6057451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584166" y="3577249"/>
            <a:ext cx="6810218" cy="2253980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7390661" y="5531524"/>
            <a:ext cx="368922" cy="363052"/>
            <a:chOff x="7390661" y="5531524"/>
            <a:chExt cx="368922" cy="363052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90661" y="5531524"/>
              <a:ext cx="368922" cy="363052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45963" y="5411795"/>
            <a:ext cx="3340681" cy="1370071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7390661" y="6117284"/>
            <a:ext cx="368922" cy="363052"/>
            <a:chOff x="7390661" y="6117284"/>
            <a:chExt cx="368922" cy="363052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90661" y="6117284"/>
              <a:ext cx="368922" cy="36305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117494" y="4712375"/>
            <a:ext cx="4050725" cy="235412"/>
            <a:chOff x="7117494" y="4712375"/>
            <a:chExt cx="4050725" cy="235412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17494" y="4712375"/>
              <a:ext cx="4050725" cy="23541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2257190" y="3466359"/>
            <a:ext cx="4926272" cy="6057451"/>
            <a:chOff x="12257190" y="3466359"/>
            <a:chExt cx="4926272" cy="6057451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257190" y="3466359"/>
              <a:ext cx="4926272" cy="6057451"/>
            </a:xfrm>
            <a:prstGeom prst="rect">
              <a:avLst/>
            </a:prstGeom>
          </p:spPr>
        </p:pic>
      </p:grpSp>
      <p:pic>
        <p:nvPicPr>
          <p:cNvPr id="47" name="Object 46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0990184" y="3577249"/>
            <a:ext cx="6952942" cy="2253980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2968129" y="5531524"/>
            <a:ext cx="368922" cy="363052"/>
            <a:chOff x="12968129" y="5531524"/>
            <a:chExt cx="368922" cy="363052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68129" y="5531524"/>
              <a:ext cx="368922" cy="363052"/>
            </a:xfrm>
            <a:prstGeom prst="rect">
              <a:avLst/>
            </a:prstGeom>
          </p:spPr>
        </p:pic>
      </p:grpSp>
      <p:pic>
        <p:nvPicPr>
          <p:cNvPr id="51" name="Object 50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3423448" y="5401528"/>
            <a:ext cx="3594709" cy="3122490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2968129" y="6117284"/>
            <a:ext cx="368922" cy="363052"/>
            <a:chOff x="12968129" y="6117284"/>
            <a:chExt cx="368922" cy="363052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968129" y="6117284"/>
              <a:ext cx="368922" cy="36305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2968129" y="6703043"/>
            <a:ext cx="368922" cy="363052"/>
            <a:chOff x="12968129" y="6703043"/>
            <a:chExt cx="368922" cy="363052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968129" y="6703043"/>
              <a:ext cx="368922" cy="36305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968129" y="7288803"/>
            <a:ext cx="368922" cy="363052"/>
            <a:chOff x="12968129" y="7288803"/>
            <a:chExt cx="368922" cy="363052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68129" y="7288803"/>
              <a:ext cx="368922" cy="363052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2968129" y="7874562"/>
            <a:ext cx="368922" cy="363052"/>
            <a:chOff x="12968129" y="7874562"/>
            <a:chExt cx="368922" cy="363052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968129" y="7874562"/>
              <a:ext cx="368922" cy="363052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2707789" y="4712375"/>
            <a:ext cx="4025072" cy="235412"/>
            <a:chOff x="12707789" y="4712375"/>
            <a:chExt cx="4025072" cy="235412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707789" y="4712375"/>
              <a:ext cx="4025072" cy="235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93BD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346297" y="5328713"/>
            <a:ext cx="5056033" cy="5056033"/>
            <a:chOff x="3346297" y="5328713"/>
            <a:chExt cx="5056033" cy="505603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3680000">
              <a:off x="3346297" y="5328713"/>
              <a:ext cx="5056033" cy="505603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44220" y="7533079"/>
            <a:ext cx="3983197" cy="3983197"/>
            <a:chOff x="4244220" y="7533079"/>
            <a:chExt cx="3983197" cy="398319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740000">
              <a:off x="4244220" y="7533079"/>
              <a:ext cx="3983197" cy="398319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066667" y="0"/>
            <a:ext cx="11219048" cy="10285714"/>
            <a:chOff x="7066667" y="0"/>
            <a:chExt cx="11219048" cy="1028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6667" y="0"/>
              <a:ext cx="11219048" cy="1028571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647069" y="3943841"/>
            <a:ext cx="9259170" cy="512161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59919" y="7082624"/>
            <a:ext cx="2110982" cy="2049220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494681" y="7073100"/>
            <a:ext cx="4841020" cy="2049220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559475" y="6645777"/>
            <a:ext cx="7345287" cy="79280"/>
            <a:chOff x="9559475" y="6645777"/>
            <a:chExt cx="7345287" cy="7928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59475" y="6645777"/>
              <a:ext cx="7345287" cy="7928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559475" y="9444529"/>
            <a:ext cx="7345287" cy="79280"/>
            <a:chOff x="9559475" y="9444529"/>
            <a:chExt cx="7345287" cy="7928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59475" y="9444529"/>
              <a:ext cx="7345287" cy="7928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738033" y="711155"/>
            <a:ext cx="2902747" cy="358642"/>
            <a:chOff x="14738033" y="711155"/>
            <a:chExt cx="2902747" cy="35864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738033" y="711155"/>
              <a:ext cx="2902747" cy="358642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 rot="5400000">
            <a:off x="-3087821" y="4800205"/>
            <a:ext cx="7915765" cy="781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2023-06-23T14:38:55Z</dcterms:created>
  <dcterms:modified xsi:type="dcterms:W3CDTF">2023-06-23T14:38:55Z</dcterms:modified>
</cp:coreProperties>
</file>